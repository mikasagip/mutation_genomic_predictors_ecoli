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F303-7B87-2357-B8FA-DD6128549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A078C-E81A-17EB-B885-8009EA86B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70A07-6116-2A34-7E4B-9315C666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7DBDD-01A7-89CA-F5BD-3456CEA2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CD077-A91E-942E-3D48-00C5DD28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87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AA46-BD61-DB4B-225F-2B71CB4A7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2226D-B63E-5F94-5DD3-A7107D224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26A36-8725-67BA-0528-8D3D3A20B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920E4-5995-8BC9-DB72-6F6AF1591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94B71-4170-C454-DDB2-F444B0F0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4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63FA-FA10-9226-0296-1410EBB08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3B9BB-24A3-7A19-01D5-512B29602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BF39B-7BD3-F47F-E35E-CCF671FF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44D2D-CAF6-6849-7EE0-963B068B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52FED-4D64-38F1-C5F5-AA49B139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91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5CE7-4B65-CB8A-0698-68547F16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53F60-F0EE-F105-8D6B-762148C51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712C3-A96A-1D6E-8BDC-67905F930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E58E8-6A68-B1C9-8B73-D7374023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FD23A-9CE4-E70A-28BA-8F38F57D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C2ABF-C506-A53B-417D-B615D248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77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56BE-95F5-907E-AE90-D714DDBF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607C7-D7EC-7808-4F49-2C03D14D3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1E41F-6A65-99F5-5517-F3B22A46E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07E4AD-2775-8644-9D79-84FCA51E4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E73A0C-3C22-8903-DFFE-3D2D125D7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21BF12-8F02-331D-B01D-706E136A0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635278-6858-A971-6464-573B67D9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3CB332-2159-376B-CB46-096A779D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756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6A761-5F79-58C2-5212-51951EFB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85A789-E18D-6A60-F6EC-79195C1C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7A819-BA0C-A4E4-95D2-261A3A26A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07D12-5FD7-769F-6DEF-FD19F248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07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0FB2D-367F-BC92-7A74-5AEA12FF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A458C-553C-F388-0A0F-4A0FE65A4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AE35D-7B4D-C634-2D34-52C9A2D1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9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0FA4-3607-A2F5-6656-8E93725B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A9A8E-18A2-5814-AD70-819ACEEB1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98A33-7CC1-4FBF-75C0-411E25E6C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F3DFB-11DA-3885-2076-DF50E0199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B123D-9FB1-2132-F4C2-6F3F96A6A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2787E-2650-640A-55D1-3086512C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2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9334-FE4B-26EA-7939-F1CBB25BF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C14EC-0E57-AA31-E0D5-86A416493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EF47B-6808-B83E-E25B-E50FD0A24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2F24C-057D-1ABB-7215-ED495279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3BA5-4128-3DAF-7FCC-0AE16683B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389DA-B6C7-2361-2AC0-0DC1F47A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969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0DF5-B6BD-EC6F-A0C6-A006C715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AB067-D6A6-8740-DDE2-B9C3AF414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57DE5-E4C7-012F-2DDF-553E74D8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FFBFD-21D7-F422-BF1A-F791B6AD9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92DEE-71BB-2434-B108-6CA6DBB4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35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E01841-DD5A-AA86-0525-1C787A46E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24200-84CF-C8BD-E400-754609BA5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0EC0A-0F1B-6991-F036-1B4EE5CD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73938-7181-0716-D9DC-8492C148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10CD8-651C-7F1A-0E8E-7A2047F6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358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9E368-252B-0D36-4514-5D34BED7F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C1AE5-4B9E-4C10-FA07-BF90DE4FC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92232-3F39-69A5-999E-D0E816D201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C157D-66EC-48ED-8786-BF841031DB08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3C6A9-BCA1-EDE6-A8D1-814F42042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586F-94CB-6937-8D69-B6FD60904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3D994-1E08-4B39-839E-B6A1806AB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77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1561806-2DE3-B95B-5356-EE3222BB334B}"/>
              </a:ext>
            </a:extLst>
          </p:cNvPr>
          <p:cNvSpPr/>
          <p:nvPr/>
        </p:nvSpPr>
        <p:spPr>
          <a:xfrm>
            <a:off x="7187948" y="3976708"/>
            <a:ext cx="310896" cy="5232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AD82F0A-B444-B8FE-48EF-B62726D1877B}"/>
              </a:ext>
            </a:extLst>
          </p:cNvPr>
          <p:cNvSpPr/>
          <p:nvPr/>
        </p:nvSpPr>
        <p:spPr>
          <a:xfrm>
            <a:off x="6256783" y="3971693"/>
            <a:ext cx="310896" cy="5232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1745DAF-1ED7-A4E0-FC67-DA6E58B24AF9}"/>
              </a:ext>
            </a:extLst>
          </p:cNvPr>
          <p:cNvSpPr/>
          <p:nvPr/>
        </p:nvSpPr>
        <p:spPr>
          <a:xfrm>
            <a:off x="5345429" y="3971693"/>
            <a:ext cx="310896" cy="5232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B8CFDF0-8AEB-3DEC-DEE4-914060E51022}"/>
              </a:ext>
            </a:extLst>
          </p:cNvPr>
          <p:cNvSpPr/>
          <p:nvPr/>
        </p:nvSpPr>
        <p:spPr>
          <a:xfrm>
            <a:off x="6887717" y="2700677"/>
            <a:ext cx="310896" cy="5232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D1588B28-74A6-FDE5-D9B1-22F7ACBC36FC}"/>
              </a:ext>
            </a:extLst>
          </p:cNvPr>
          <p:cNvSpPr/>
          <p:nvPr/>
        </p:nvSpPr>
        <p:spPr>
          <a:xfrm rot="16200000">
            <a:off x="6959323" y="2720194"/>
            <a:ext cx="167684" cy="858010"/>
          </a:xfrm>
          <a:prstGeom prst="leftBracke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B6EDD16-7CC3-109B-E4AA-108A70C5F602}"/>
              </a:ext>
            </a:extLst>
          </p:cNvPr>
          <p:cNvSpPr/>
          <p:nvPr/>
        </p:nvSpPr>
        <p:spPr>
          <a:xfrm>
            <a:off x="5976365" y="2706773"/>
            <a:ext cx="310896" cy="5232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DFD5C3F-5E80-0202-56D4-00226AED10AA}"/>
              </a:ext>
            </a:extLst>
          </p:cNvPr>
          <p:cNvSpPr/>
          <p:nvPr/>
        </p:nvSpPr>
        <p:spPr>
          <a:xfrm>
            <a:off x="5037581" y="2700677"/>
            <a:ext cx="310896" cy="5232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C35920-BE88-8AAA-F44D-DD24547806B0}"/>
              </a:ext>
            </a:extLst>
          </p:cNvPr>
          <p:cNvSpPr/>
          <p:nvPr/>
        </p:nvSpPr>
        <p:spPr>
          <a:xfrm>
            <a:off x="6548628" y="1316736"/>
            <a:ext cx="310896" cy="523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0D08C9-66DD-9BF3-B54B-A4C5CD33463C}"/>
              </a:ext>
            </a:extLst>
          </p:cNvPr>
          <p:cNvSpPr/>
          <p:nvPr/>
        </p:nvSpPr>
        <p:spPr>
          <a:xfrm>
            <a:off x="5656326" y="1316736"/>
            <a:ext cx="310896" cy="523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1EC217-5532-2371-77E3-D4C0202A0610}"/>
              </a:ext>
            </a:extLst>
          </p:cNvPr>
          <p:cNvSpPr/>
          <p:nvPr/>
        </p:nvSpPr>
        <p:spPr>
          <a:xfrm>
            <a:off x="4754880" y="1316736"/>
            <a:ext cx="310896" cy="523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9E2A2-AF7E-5E7B-FB3D-89D12FDBD212}"/>
              </a:ext>
            </a:extLst>
          </p:cNvPr>
          <p:cNvSpPr txBox="1"/>
          <p:nvPr/>
        </p:nvSpPr>
        <p:spPr>
          <a:xfrm>
            <a:off x="4390644" y="1316736"/>
            <a:ext cx="38023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900" dirty="0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GB" sz="2900" dirty="0"/>
              <a:t> A T G C A T G C A </a:t>
            </a:r>
            <a:r>
              <a:rPr lang="en-GB" sz="2900" dirty="0">
                <a:solidFill>
                  <a:schemeClr val="bg1">
                    <a:lumMod val="65000"/>
                  </a:schemeClr>
                </a:solidFill>
              </a:rPr>
              <a:t>N</a:t>
            </a:r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839C31F9-B8A2-5F18-43B5-425F4F6B65F2}"/>
              </a:ext>
            </a:extLst>
          </p:cNvPr>
          <p:cNvSpPr/>
          <p:nvPr/>
        </p:nvSpPr>
        <p:spPr>
          <a:xfrm rot="16200000">
            <a:off x="4826486" y="1336253"/>
            <a:ext cx="167684" cy="85801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2306F3DD-ADF5-072D-9A4B-DF0E00C13299}"/>
              </a:ext>
            </a:extLst>
          </p:cNvPr>
          <p:cNvSpPr/>
          <p:nvPr/>
        </p:nvSpPr>
        <p:spPr>
          <a:xfrm rot="16200000">
            <a:off x="5727932" y="1336253"/>
            <a:ext cx="167684" cy="85801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Left Bracket 12">
            <a:extLst>
              <a:ext uri="{FF2B5EF4-FFF2-40B4-BE49-F238E27FC236}">
                <a16:creationId xmlns:a16="http://schemas.microsoft.com/office/drawing/2014/main" id="{94F5A037-B247-CCDB-977B-46184782B091}"/>
              </a:ext>
            </a:extLst>
          </p:cNvPr>
          <p:cNvSpPr/>
          <p:nvPr/>
        </p:nvSpPr>
        <p:spPr>
          <a:xfrm rot="16200000">
            <a:off x="6620234" y="1336253"/>
            <a:ext cx="167684" cy="85801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BD38AF-1876-E5D8-00EB-505680B7ED77}"/>
              </a:ext>
            </a:extLst>
          </p:cNvPr>
          <p:cNvSpPr txBox="1"/>
          <p:nvPr/>
        </p:nvSpPr>
        <p:spPr>
          <a:xfrm>
            <a:off x="4390644" y="2712720"/>
            <a:ext cx="38023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900" dirty="0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GB" sz="2900" dirty="0"/>
              <a:t> A T G C A T G C A </a:t>
            </a:r>
            <a:r>
              <a:rPr lang="en-GB" sz="2900" dirty="0">
                <a:solidFill>
                  <a:schemeClr val="bg1">
                    <a:lumMod val="65000"/>
                  </a:schemeClr>
                </a:solidFill>
              </a:rPr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011F7C-F69C-FC57-C000-2C3C2C84AA7D}"/>
              </a:ext>
            </a:extLst>
          </p:cNvPr>
          <p:cNvSpPr txBox="1"/>
          <p:nvPr/>
        </p:nvSpPr>
        <p:spPr>
          <a:xfrm>
            <a:off x="4390644" y="3956304"/>
            <a:ext cx="380238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900" dirty="0">
                <a:solidFill>
                  <a:schemeClr val="bg1">
                    <a:lumMod val="65000"/>
                  </a:schemeClr>
                </a:solidFill>
              </a:rPr>
              <a:t>N</a:t>
            </a:r>
            <a:r>
              <a:rPr lang="en-GB" sz="2900" dirty="0"/>
              <a:t> A T G C A T G C A </a:t>
            </a:r>
            <a:r>
              <a:rPr lang="en-GB" sz="2900" dirty="0">
                <a:solidFill>
                  <a:schemeClr val="bg1">
                    <a:lumMod val="65000"/>
                  </a:schemeClr>
                </a:solidFill>
              </a:rPr>
              <a:t>N</a:t>
            </a:r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31708560-F7AC-51BA-865D-91709C3247C4}"/>
              </a:ext>
            </a:extLst>
          </p:cNvPr>
          <p:cNvSpPr/>
          <p:nvPr/>
        </p:nvSpPr>
        <p:spPr>
          <a:xfrm rot="16200000">
            <a:off x="5109187" y="2720194"/>
            <a:ext cx="167684" cy="858010"/>
          </a:xfrm>
          <a:prstGeom prst="leftBracke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B312F071-B4B7-4C83-5791-08DD1B3CD3E0}"/>
              </a:ext>
            </a:extLst>
          </p:cNvPr>
          <p:cNvSpPr/>
          <p:nvPr/>
        </p:nvSpPr>
        <p:spPr>
          <a:xfrm rot="16200000">
            <a:off x="6047971" y="2726290"/>
            <a:ext cx="167684" cy="858010"/>
          </a:xfrm>
          <a:prstGeom prst="leftBracke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6B58B5F9-78D0-4327-2C5C-74A13EBB5FD4}"/>
              </a:ext>
            </a:extLst>
          </p:cNvPr>
          <p:cNvSpPr/>
          <p:nvPr/>
        </p:nvSpPr>
        <p:spPr>
          <a:xfrm rot="16200000">
            <a:off x="5417035" y="3991210"/>
            <a:ext cx="167684" cy="858010"/>
          </a:xfrm>
          <a:prstGeom prst="leftBracke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21D6F90C-EB73-5421-9DAC-83E2FDA189B5}"/>
              </a:ext>
            </a:extLst>
          </p:cNvPr>
          <p:cNvSpPr/>
          <p:nvPr/>
        </p:nvSpPr>
        <p:spPr>
          <a:xfrm rot="16200000">
            <a:off x="6328389" y="3991210"/>
            <a:ext cx="167684" cy="858010"/>
          </a:xfrm>
          <a:prstGeom prst="leftBracke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Left Bracket 30">
            <a:extLst>
              <a:ext uri="{FF2B5EF4-FFF2-40B4-BE49-F238E27FC236}">
                <a16:creationId xmlns:a16="http://schemas.microsoft.com/office/drawing/2014/main" id="{79790C31-30AE-366B-6237-CEDC69330AEA}"/>
              </a:ext>
            </a:extLst>
          </p:cNvPr>
          <p:cNvSpPr/>
          <p:nvPr/>
        </p:nvSpPr>
        <p:spPr>
          <a:xfrm rot="16200000">
            <a:off x="7259554" y="3996225"/>
            <a:ext cx="167684" cy="858010"/>
          </a:xfrm>
          <a:prstGeom prst="leftBracke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F7DD37-3E00-9F8D-9A9D-2A6735ED1824}"/>
              </a:ext>
            </a:extLst>
          </p:cNvPr>
          <p:cNvSpPr txBox="1"/>
          <p:nvPr/>
        </p:nvSpPr>
        <p:spPr>
          <a:xfrm>
            <a:off x="3830574" y="1116681"/>
            <a:ext cx="406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a)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6E4A55-BC3E-3DCC-2752-9989764126B3}"/>
              </a:ext>
            </a:extLst>
          </p:cNvPr>
          <p:cNvSpPr txBox="1"/>
          <p:nvPr/>
        </p:nvSpPr>
        <p:spPr>
          <a:xfrm>
            <a:off x="3821048" y="2500622"/>
            <a:ext cx="516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b)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3CE39B-DF62-6528-0947-C613C2ABCE40}"/>
              </a:ext>
            </a:extLst>
          </p:cNvPr>
          <p:cNvSpPr txBox="1"/>
          <p:nvPr/>
        </p:nvSpPr>
        <p:spPr>
          <a:xfrm>
            <a:off x="3821048" y="3771638"/>
            <a:ext cx="406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278629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 Sagi-Polley</dc:creator>
  <cp:lastModifiedBy>Mika Sagi-Polley</cp:lastModifiedBy>
  <cp:revision>1</cp:revision>
  <dcterms:created xsi:type="dcterms:W3CDTF">2026-04-23T13:12:02Z</dcterms:created>
  <dcterms:modified xsi:type="dcterms:W3CDTF">2026-04-23T13:26:14Z</dcterms:modified>
</cp:coreProperties>
</file>